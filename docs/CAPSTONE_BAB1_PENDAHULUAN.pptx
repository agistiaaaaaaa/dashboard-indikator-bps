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254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Pada bagian ini saya akan memaparkan Bab I Pendahuluan. Fokusnya: latar belakang masalah, tujuan proyek, ruang lingkup, dan jadwal kegiatan Capstone Dashboard Indikator Strategis BPS Lombok Tengah.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Bab I terdiri dari empat bagian. Saya mulai dari latar belakang, lalu tujuan, ruang lingkup, dan diakhiri jadwal kegiatan.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Latar belakang proyek ini adalah kebutuhan menyajikan indikator strategis kepada publik, sekaligus memastikan pemutakhiran data internal tetap terkendali. Perubahan harus melalui review sebelum dipublikasikan, dengan pemisahan peran dan jejak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Tujuan proyek diturunkan dari implementasi aktual. Intinya: dashboard publik, pemutakhiran terkontrol, pemisahan peran, workflow review, isolasi data publik, audit trail, dan fondasi integrasi BPS di tahap lanjutan.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Yang sudah termasuk dalam proyek: dashboard publik, autentikasi lokal, workspace Operator dan Admin, workflow draft-review-publish, audit trail, serta rangkaian pengujian.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ini penting agar ruang lingkup jelas. SSO, WebAPI produksi, hosting, navbar resmi BPS, serta modul pengguna dan pengaturan penuh belum termasuk dan menjadi integrasi lanjutan.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Jadwal mengikuti tahapan aktual proyek: dari analisis dan desain, implementasi publik hingga workflow, pengujian, lalu dokumentasi dan presentasi Capstone. Tanggal rinci menyesuaikan log kegiatan mahasiswa.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Sebagai penutup Bab I: masalahnya jelas, tujuannya terukur, ruang lingkupnya tegas, dan jadwalnya mengikuti tahapan rekayasa sistem. Saya siap melanjutkan ke bab berikutnya atau menjawab pertanyaan.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3D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5638"/>
          </a:solidFill>
          <a:ln/>
        </p:spPr>
      </p:sp>
      <p:pic>
        <p:nvPicPr>
          <p:cNvPr id="4" name="Image 0" descr="D:\Dashboard Indikator BPS\docs\guide-assets\02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234440"/>
            <a:ext cx="3657600" cy="2057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0" y="1234440"/>
            <a:ext cx="3657600" cy="2057400"/>
          </a:xfrm>
          <a:prstGeom prst="rect">
            <a:avLst/>
          </a:prstGeom>
          <a:ln w="12700">
            <a:solidFill>
              <a:srgbClr val="2A6B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9144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17830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02920" y="26060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Indikator Strategis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 Kabupaten Lombok Tengah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id-ID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Baiq Agestia Cahya Ilami</a:t>
            </a:r>
            <a:r>
              <a:rPr lang="en-US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·  NIM [</a:t>
            </a:r>
            <a:r>
              <a:rPr lang="id-ID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TI21240005</a:t>
            </a:r>
            <a:r>
              <a:rPr lang="en-US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id-ID" sz="1300" dirty="0">
              <a:solidFill>
                <a:srgbClr val="B7D4C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id-ID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................</a:t>
            </a:r>
            <a:r>
              <a:rPr lang="en-US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·  NIM [</a:t>
            </a:r>
            <a:r>
              <a:rPr lang="id-ID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TI21240005</a:t>
            </a:r>
            <a:r>
              <a:rPr lang="en-US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  <a:p>
            <a:r>
              <a:rPr lang="en-US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id-ID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................</a:t>
            </a:r>
            <a:r>
              <a:rPr lang="en-US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·  NIM [</a:t>
            </a:r>
            <a:r>
              <a:rPr lang="id-ID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TI21240005</a:t>
            </a:r>
            <a:r>
              <a:rPr lang="en-US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7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STMIK Lombok — Teknik Informatika —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 ·  PENDAHULUAN  ·  CAPSTONE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75120" y="16459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OUTLINE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Indikator Strategis  ·  02 / 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Bab 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161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11430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141732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masalah dan kebutuhan sistem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391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19659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224028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yang ingin dicapai proyek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6207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27889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Lingkup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306324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termasuk dan yang belum termasuk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850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Kegiatan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388620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Tahapan pengerjaan Capstone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 ·  PENDAHULUAN  ·  CAPSTONE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75120" y="16459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/  LATAR BELAKANG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Indikator Strategis  ·  03 / 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51560"/>
            <a:ext cx="91440" cy="1371600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publik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strategis perlu disajikan agar mudah dilihat, difilter, ditelaah, dan diekspor.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051560"/>
            <a:ext cx="91440" cy="1371600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Pemutakhiran terkontrol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data internal tidak boleh langsung tampil ke publik tanpa peninjauan.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60604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606040"/>
            <a:ext cx="91440" cy="1371600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80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Pemisahan peran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246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Publik, Operator, dan Administrator memiliki kebutuhan serta batasan akses berbeda.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260604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606040"/>
            <a:ext cx="91440" cy="1371600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880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Akuntabilitas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3246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Diperlukan jejak audit agar proses draft–review–publish dapat ditelusuri.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 ·  PENDAHULUAN  ·  CAPSTONE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75120" y="16459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/  TUJUAN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Indikator Strategis  ·  04 / 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Proyek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9601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dashboard indikator strategis untuk publik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4173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mekanisme pemutakhiran data (Draft)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745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RBAC: Publik · Operator · Admin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331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workflow Draft → Review → Publish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7889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Memastikan hanya data Published yang tampil publik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2461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audit trail aktivitas penting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7033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fondasi integrasi ke infrastruktur BPS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 ·  PENDAHULUAN  ·  CAPSTONE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75120" y="16459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/  SCOPE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Indikator Strategis  ·  05 / 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Lingkup — Termasuk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publik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· filter · tren · detail · export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lokal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HttpOnly cookie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staf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&amp; Administrator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5603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Review · Publish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5603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Jejak aktivitas penting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25603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Browser QA · Integrity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 ·  PENDAHULUAN  ·  CAPSTONE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75120" y="16459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/  OUT OF SCOPE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Indikator Strategis  ·  06 / 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Lingkup — Belum Termasuk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155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BPS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11155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produksi menunggu spesifikasi resmi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2F0E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556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WebAPI produksi BPS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755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internal melalui API resmi belum diintegrasikan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957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DB produksi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23957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produksi dikelola pihak BPS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2F0E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35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situs BPS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30358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disiapkan; integrasi penuh menunggu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758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Pengguna &amp; Pengaturan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36758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ini masih halaman placeholder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 ·  PENDAHULUAN  ·  CAPSTONE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75120" y="16459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/  JADWAL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Indikator Strategis  ·  07 / 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Kegiatan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161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2161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kebutuhan &amp; audit dataset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8288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9339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1993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arsitektur &amp; UI/UX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60604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706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7706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dashboard publik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38328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4787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547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&amp; otorisasi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2161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12161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Workspace, CRUD &amp; workflow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8288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99339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1993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integrasi full-stack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260604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7706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7706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&amp; polishing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338328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54787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3547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Dokumentasi, laporan &amp; presentasi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563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 ·  PENDAHULUAN  ·  CAPSTONE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75120" y="16459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Indikator Strategis  ·  08 / 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Bab 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publik + pemutakhiran terkendali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2344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0A5638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7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RBAC, workflow, audit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 selesai; integrasi BPS lanjut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Lanjut ke Bab II — Tinjauan Pustaka, atau demonstrasi sistem.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751</Words>
  <Application>Microsoft Office PowerPoint</Application>
  <PresentationFormat>On-screen Show (16:9)</PresentationFormat>
  <Paragraphs>133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I Pendahuluan — Dashboard Indikator Strategis</dc:title>
  <dc:subject>Capstone Project STMIK Lombok 2026</dc:subject>
  <dc:creator>Capstone Project BPS Lombok Tengah</dc:creator>
  <cp:lastModifiedBy>baiq agestia cahya ilami</cp:lastModifiedBy>
  <cp:revision>2</cp:revision>
  <dcterms:created xsi:type="dcterms:W3CDTF">2026-09-21T13:48:23Z</dcterms:created>
  <dcterms:modified xsi:type="dcterms:W3CDTF">2026-09-21T23:10:45Z</dcterms:modified>
</cp:coreProperties>
</file>