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Selamat pagi/siang Bapak/Ibu penguji. Perkenalkan, saya [NAMA], NIM [NIM]. Saya akan mempresentasikan Capstone Project Dashboard Indikator Strategis untuk BPS Kabupaten Lombok Tengah. Presentasi ini berlangsung sekitar 12–14 menit.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Masalah yang kami fokuskan: bagaimana menyediakan akses indikator strategis yang mudah bagi publik, sekaligus menyediakan mekanisme pemutakhiran data internal yang terkontrol. Pengguna sistem adalah publik, operator, dan administrator BPS.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Tujuan utama adalah membangun dashboard publik dan ruang kerja internal dengan workflow review. Yang belum termasuk: SSO, WebAPI produksi, hosting BPS, serta modul pengguna/pengaturan penuh.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Analisis menghasilkan tiga aktor. Publik hanya membaca data published. Operator merancang usulan. Admin memutuskan publikasi dan memantau audit.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Arsitektur memisahkan frontend React dari backend Express. Data published disimpan di Observation; usulan di DataChange. Auth memakai JWT HttpOnly cookie.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UI mengutamakan kejelasan institusional. Publik fokus pada keterbacaan data; ruang kerja fokus pada status draft dan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Implementasi mencakup dashboard publik, autentikasi, draft, workflow review, otorisasi server-side, dan audit. Stack: React, Express, Prisma, SQLite lokal.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Inti keamanan data: selama belum Published, publik tetap melihat nilai lama. Contoh: penduduk 2020 tetap 1029,03 sampai Admin publish usulan baru.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Pengujian otomatis 44 dari 44 skenario API lulus. Browser QA 64 dari 64 lulus, mencakup publik, login, operator, admin, reject, publish, isolasi publik, dan responsive.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Demonstrasi kunci: operator mengubah draft, publik masih melihat nilai lama; setelah admin publish, dashboard publik berubah. Itu bukti isolasi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Kami memilih autentikasi dan database lokal agar pengembangan dan demo dapat berjalan sebelum kontrak infrastruktur BPS. Trade-off ini disadari dan terdokumentasi pada handover.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Kesimpulan: tujuan Capstone tercapai pada ruang lingkup yang ditetapkan, dengan bukti pengujian. Rekomendasi utama adalah integrasi SSO dan infrastruktur produksi BPS. Terima kasih; saya siap menerima pertanyaan.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3D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A563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Indikator Strategis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7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Badan Pusat Statistik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D7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Kabupaten Lombok Tengah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[NAMA MAHASISWA]  ·  NIM [NIM]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Teknik Informatika — STMIK Lombok —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563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5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Latar Belakang &amp; Masalah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sistem ini diperlukan?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50800" dir="162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51560"/>
            <a:ext cx="109728" cy="731520"/>
          </a:xfrm>
          <a:prstGeom prst="rect">
            <a:avLst/>
          </a:prstGeom>
          <a:solidFill>
            <a:srgbClr val="0A5638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14300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5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 publik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1399032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Indikator strategis perlu disajikan secara mudah: filter, tren, detail, dan export.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8745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50800" dir="162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874520"/>
            <a:ext cx="109728" cy="731520"/>
          </a:xfrm>
          <a:prstGeom prst="rect">
            <a:avLst/>
          </a:prstGeom>
          <a:solidFill>
            <a:srgbClr val="0A5638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196596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5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Pemutakhiran terkontrol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7240" y="2221992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Perubahan data internal tidak boleh langsung tampil ke publik tanpa peninjauan.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6974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50800" dir="162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697480"/>
            <a:ext cx="109728" cy="731520"/>
          </a:xfrm>
          <a:prstGeom prst="rect">
            <a:avLst/>
          </a:prstGeom>
          <a:solidFill>
            <a:srgbClr val="0A5638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278892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5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Pemisahan peran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7240" y="3044952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Publik, Operator, dan Admin memiliki kebutuhan dan batasan akses berbeda.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5204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50800" dir="162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520440"/>
            <a:ext cx="109728" cy="731520"/>
          </a:xfrm>
          <a:prstGeom prst="rect">
            <a:avLst/>
          </a:prstGeom>
          <a:solidFill>
            <a:srgbClr val="0A5638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61188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5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Akuntabilitas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77240" y="3867912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Diperlukan jejak audit agar proses draft–review–publish dapat ditelusuri.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 ·  STMIK Lombok 2026  ·  2/12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563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5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&amp; Ruang Lingkup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yang dikerjakan — dan yang belum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5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3931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publik indikator strategis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Pemutakhiran data (Draft) oleh Operator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/ Publish oleh Admin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+ isolasi data publik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&amp; fondasi integrasi BPS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393192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4983480" y="1234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5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 (lanjutan BPS)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83480" y="169164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SSO BPS produksi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WebAPI produksi BPS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Hosting / DB produksi BPS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Navbar resmi situs BPS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Modul Pengguna &amp; Pengaturan penuh (saat ini placeholder)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 ·  STMIK Lombok 2026  ·  3/12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563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5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Kebutuhan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aktor utama sistem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2651760" cy="28346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280160"/>
            <a:ext cx="2651760" cy="640080"/>
          </a:xfrm>
          <a:prstGeom prst="roundRect">
            <a:avLst>
              <a:gd name="adj" fmla="val 14286"/>
            </a:avLst>
          </a:prstGeom>
          <a:solidFill>
            <a:srgbClr val="1F7A55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4173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219456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Lihat Published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· Tren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· Export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37560" y="1280160"/>
            <a:ext cx="2651760" cy="28346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3337560" y="1280160"/>
            <a:ext cx="2651760" cy="640080"/>
          </a:xfrm>
          <a:prstGeom prst="roundRect">
            <a:avLst>
              <a:gd name="adj" fmla="val 14286"/>
            </a:avLst>
          </a:prstGeom>
          <a:solidFill>
            <a:srgbClr val="0A5638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14173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0440" y="219456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&amp; edit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Ajukan review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Pengajuan saya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72200" y="1280160"/>
            <a:ext cx="2651760" cy="28346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6172200" y="1280160"/>
            <a:ext cx="2651760" cy="640080"/>
          </a:xfrm>
          <a:prstGeom prst="roundRect">
            <a:avLst>
              <a:gd name="adj" fmla="val 14286"/>
            </a:avLst>
          </a:prstGeom>
          <a:solidFill>
            <a:srgbClr val="063D28"/>
          </a:solidFill>
          <a:ln/>
        </p:spPr>
      </p:sp>
      <p:sp>
        <p:nvSpPr>
          <p:cNvPr id="16" name="Text 14"/>
          <p:cNvSpPr/>
          <p:nvPr/>
        </p:nvSpPr>
        <p:spPr>
          <a:xfrm>
            <a:off x="6172200" y="14173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55080" y="219456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Tolak / Publish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 ·  STMIK Lombok 2026  ·  4/12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563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5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Desain Sistem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 &amp; alur data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097280"/>
            <a:ext cx="4754880" cy="502920"/>
          </a:xfrm>
          <a:prstGeom prst="roundRect">
            <a:avLst>
              <a:gd name="adj" fmla="val 10909"/>
            </a:avLst>
          </a:prstGeom>
          <a:solidFill>
            <a:srgbClr val="0A563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887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/ Vite (Frontend)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1691640"/>
            <a:ext cx="4754880" cy="502920"/>
          </a:xfrm>
          <a:prstGeom prst="roundRect">
            <a:avLst>
              <a:gd name="adj" fmla="val 10909"/>
            </a:avLst>
          </a:prstGeom>
          <a:solidFill>
            <a:srgbClr val="1F7A55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830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Client + Auth Cookie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286000"/>
            <a:ext cx="4754880" cy="502920"/>
          </a:xfrm>
          <a:prstGeom prst="roundRect">
            <a:avLst>
              <a:gd name="adj" fmla="val 10909"/>
            </a:avLst>
          </a:prstGeom>
          <a:solidFill>
            <a:srgbClr val="0A563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774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REST API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2880360"/>
            <a:ext cx="4754880" cy="502920"/>
          </a:xfrm>
          <a:prstGeom prst="roundRect">
            <a:avLst>
              <a:gd name="adj" fmla="val 10909"/>
            </a:avLst>
          </a:prstGeom>
          <a:solidFill>
            <a:srgbClr val="1F7A55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971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ORM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3474720"/>
            <a:ext cx="4754880" cy="502920"/>
          </a:xfrm>
          <a:prstGeom prst="roundRect">
            <a:avLst>
              <a:gd name="adj" fmla="val 10909"/>
            </a:avLst>
          </a:prstGeom>
          <a:solidFill>
            <a:srgbClr val="0A563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566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(Observation + DataChange)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0" y="1097280"/>
            <a:ext cx="3017520" cy="310896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5852160" y="12801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5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singkat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852160" y="1737360"/>
            <a:ext cx="26517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REVIEW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→ EDIT → RESUBMIT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 ·  STMIK Lombok 2026  ·  5/12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563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5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Desain &amp; UI/UX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Institusional, jelas, responsif</a:t>
            </a:r>
            <a:endParaRPr lang="en-US" sz="1300" dirty="0"/>
          </a:p>
        </p:txBody>
      </p:sp>
      <p:pic>
        <p:nvPicPr>
          <p:cNvPr id="6" name="Image 0" descr="D:\Dashboard Indikator BPS\docs\guide-assets\01-beran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97280"/>
            <a:ext cx="2743200" cy="1737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2926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Beranda</a:t>
            </a:r>
            <a:endParaRPr lang="en-US" sz="1200" dirty="0"/>
          </a:p>
        </p:txBody>
      </p:sp>
      <p:pic>
        <p:nvPicPr>
          <p:cNvPr id="8" name="Image 1" descr="D:\Dashboard Indikator BPS\docs\guide-assets\02-dash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097280"/>
            <a:ext cx="2743200" cy="17373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91840" y="2926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pic>
        <p:nvPicPr>
          <p:cNvPr id="10" name="Image 2" descr="D:\Dashboard Indikator BPS\docs\guide-assets\04-log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097280"/>
            <a:ext cx="2743200" cy="17373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172200" y="2926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457200" y="3383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Prinsip: identitas BPS (hijau), hierarki tipografi, status workflow eksplisit, mobile-ready.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 ·  STMIK Lombok 2026  ·  6/12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563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5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Implementasi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Bukti modul yang dibangun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5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Dashboard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15361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KPI, chart, explorer, export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5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83480" y="15361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+ JWT cookie 8 jam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240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5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/ Draft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5800" y="2542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Pemutakhiran Observation via DataChange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2103120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4983480" y="2240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5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Workflow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83480" y="2542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&amp; Approve/Publish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108960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246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5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5800" y="35478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requireAuth / requireRole di server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54880" y="3108960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4983480" y="3246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5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983480" y="35478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AuditLog append-only di UI Admin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 ·  STMIK Lombok 2026  ·  7/12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563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5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Data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Isolasi publik sampai Publish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21945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0A56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002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5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88920" y="16916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A5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383280" y="1371600"/>
            <a:ext cx="21945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0A56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6002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5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A5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532120" y="16916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A5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6126480" y="1371600"/>
            <a:ext cx="2194560" cy="1097280"/>
          </a:xfrm>
          <a:prstGeom prst="roundRect">
            <a:avLst>
              <a:gd name="adj" fmla="val 8333"/>
            </a:avLst>
          </a:prstGeom>
          <a:solidFill>
            <a:srgbClr val="0A5638"/>
          </a:solidFill>
          <a:ln w="19050">
            <a:solidFill>
              <a:srgbClr val="0A56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6002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2834640"/>
            <a:ext cx="78638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108960"/>
            <a:ext cx="7406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Jika ditolak: PENDING REVIEW → REJECTED → EDIT → DRAFT → RESUBMIT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/ Pending / Rejected tidak mengubah nilai dashboard publik.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 ·  STMIK Lombok 2026  ·  8/12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563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5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Pengujian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Bukti verifikasi repositori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4023360" cy="1828800"/>
          </a:xfrm>
          <a:prstGeom prst="roundRect">
            <a:avLst>
              <a:gd name="adj" fmla="val 5000"/>
            </a:avLst>
          </a:prstGeom>
          <a:solidFill>
            <a:srgbClr val="0A563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1732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/ 44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7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Smoke PASS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663440" y="1143000"/>
            <a:ext cx="4023360" cy="1828800"/>
          </a:xfrm>
          <a:prstGeom prst="roundRect">
            <a:avLst>
              <a:gd name="adj" fmla="val 5000"/>
            </a:avLst>
          </a:prstGeom>
          <a:solidFill>
            <a:srgbClr val="1F7A55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41732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/ 64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663440" y="2148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7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QA PASS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3246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Juga PASS: Data integrity · Typecheck · Build FE/API · Authorization · Workflow · Responsive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 ·  STMIK Lombok 2026  ·  9/12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563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5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&amp; Demonstrasi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tidak langsung tampil publik</a:t>
            </a:r>
            <a:endParaRPr lang="en-US" sz="1300" dirty="0"/>
          </a:p>
        </p:txBody>
      </p:sp>
      <p:pic>
        <p:nvPicPr>
          <p:cNvPr id="6" name="Image 0" descr="D:\Dashboard Indikator BPS\docs\guide-assets\06-pemutakhir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51560"/>
            <a:ext cx="4114800" cy="2377440"/>
          </a:xfrm>
          <a:prstGeom prst="rect">
            <a:avLst/>
          </a:prstGeom>
        </p:spPr>
      </p:pic>
      <p:pic>
        <p:nvPicPr>
          <p:cNvPr id="7" name="Image 1" descr="D:\Dashboard Indikator BPS\docs\guide-assets\02-dash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51560"/>
            <a:ext cx="4114800" cy="23774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65760" y="35204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Pemutakhiran (Draft/Submit)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663440" y="35204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publik (Published only)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57200" y="3886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Admin Setujui &amp; Publish, Observation diperbarui dan publik melihat nilai baru.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 ·  STMIK Lombok 2026  ·  10/12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563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5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Kendala, Trade-off &amp; Kontribusi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Keputusan yang disadari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lokal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383280" y="10972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89120" y="1097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5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BPS (nanti)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737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lokal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83280" y="17373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389120" y="17373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5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produksi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23774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lokal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23774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389120" y="23774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5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WebAPI BPS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0175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Pengguna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83280" y="30175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389120" y="30175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5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Manajemen akun penuh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37947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Kontribusi: [NAMA / peran / uraian] — lengkapi sebelum sidang. Proyek individu: analisis–implementasi–uji–dokumentasi.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 ·  STMIK Lombok 2026  ·  11/12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563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5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Kesimpulan &amp; Rekomendasi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penutup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5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Kesimpulan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40233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Sistem berhasil dibangun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Dashboard publik berfungsi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RBAC &amp; workflow tersedia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Isolasi publik teruji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Audit tersedia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Pengujian PASS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10515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5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Rekomendasi lanjut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0" y="1417320"/>
            <a:ext cx="39319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SSO BPS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WebAPI produksi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PostgreSQL &amp; hosting BPS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Hardening keamanan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Modul pengguna penuh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Notifikasi review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5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 ·  STMIK Lombok 2026  ·  12/12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Dashboard Indikator Strategis — BPS Kabupaten Lombok Tengah</dc:title>
  <dc:subject>Presentasi Capstone Project STMIK Lombok 2026</dc:subject>
  <dc:creator>Capstone Project BPS Lombok Tengah</dc:creator>
  <cp:lastModifiedBy>Capstone Project BPS Lombok Tengah</cp:lastModifiedBy>
  <cp:revision>1</cp:revision>
  <dcterms:created xsi:type="dcterms:W3CDTF">2026-09-21T11:41:06Z</dcterms:created>
  <dcterms:modified xsi:type="dcterms:W3CDTF">2026-09-21T11:41:06Z</dcterms:modified>
</cp:coreProperties>
</file>